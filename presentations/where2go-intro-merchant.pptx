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spc="-10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Beri tahu pelanggan ada meja, dengan satu ketukan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Papan live jumlah meja kosong, dilaporkan oleh kafe sendiri.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366260"/>
            <a:ext cx="9144000" cy="77724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3662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43662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 demo · untuk kafe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Pelanggan datang, lalu pergi lagi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99360" cy="20574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204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6B728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Penuh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 meja. Pindah.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2320" y="1783080"/>
            <a:ext cx="2499360" cy="20574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50920" y="1984248"/>
            <a:ext cx="204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50920" y="2240280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6B728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Penuh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50920" y="27889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Sama. Pindah lagi.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783080"/>
            <a:ext cx="2499360" cy="20574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24600" y="1984248"/>
            <a:ext cx="204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24600" y="2240280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Kosong, tapi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24600" y="27889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Hanya teras outdoor: panas, dan tidak ada meja yang layak untuk laptop.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orang, satu rencana kerja dari kafe, dua kali pindah.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Pengalaman pribadi pembuat where2go, bukan data riset.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Dari luar, meja kosong di dalam tidak terlihat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86200" cy="1600200"/>
          </a:xfrm>
          <a:prstGeom prst="roundRect">
            <a:avLst>
              <a:gd name="adj" fmla="val 685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Pelanggan yang cocok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tahu ada meja untuknya, lalu memilih kafe lain.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783080"/>
            <a:ext cx="3886200" cy="1600200"/>
          </a:xfrm>
          <a:prstGeom prst="roundRect">
            <a:avLst>
              <a:gd name="adj" fmla="val 685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9842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Pelanggan yang tidak cocok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468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Datang, tidak menemukan tempat yang sesuai, lalu pergi.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Dua-duanya terjadi karena hal yang sama: keadaan meja saat ini tidak terlihat sebelum datang.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Papan live: kafe sendiri yang melaporkan mejanya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06240" cy="29260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kosong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8424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09397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3500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m · +1 meja kosong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4206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42616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/10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7523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0083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m · ±8 kursi · baru saja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4206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00984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6B728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/6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410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6667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Penuh · 4 mnt lalu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59352"/>
            <a:ext cx="4206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507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 tampilan, bukan data kafe sungguhan.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691640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1691640"/>
            <a:ext cx="3383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Pelanggan melihat jumlah meja, ukuran, dan area sebelum berangkat.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12080" y="2542032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2542032"/>
            <a:ext cx="3383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 tampil hanya yang dikonfirmasi staf, bukan perkiraan.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3392424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3392424"/>
            <a:ext cx="3383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yang lebih lega naik ke atas papan.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12080" y="4242816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Satu ketukan untuk satu kejadian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114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Masuk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65376" y="17373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 kode kafe. Tanpa akun.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114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Ketuk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65376" y="25146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Saat tamu duduk atau pergi, ketuk mejanya.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114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Selesai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65376" y="32918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Tersimpan langsung; ketukan terakhir bisa diurungkan beberapa detik.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4114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 tidak pernah menghitung.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4924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dari 4 meja kosong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651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Lantai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2926080"/>
            <a:ext cx="1440180" cy="713232"/>
          </a:xfrm>
          <a:prstGeom prst="roundRect">
            <a:avLst>
              <a:gd name="adj" fmla="val 10256"/>
            </a:avLst>
          </a:prstGeom>
          <a:ln w="9525">
            <a:solidFill>
              <a:srgbClr val="6B728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86400" y="3035808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31012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Kosong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2 kursi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26580" y="2926080"/>
            <a:ext cx="1440180" cy="713232"/>
          </a:xfrm>
          <a:prstGeom prst="roundRect">
            <a:avLst>
              <a:gd name="adj" fmla="val 10256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63740" y="3035808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63740" y="331012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Terisi</a:t>
            </a:r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4 kursi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9240" y="3749040"/>
            <a:ext cx="1440180" cy="713232"/>
          </a:xfrm>
          <a:prstGeom prst="roundRect">
            <a:avLst>
              <a:gd name="adj" fmla="val 10256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3858768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13308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Terisi</a:t>
            </a:r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2 kursi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26580" y="3749040"/>
            <a:ext cx="1440180" cy="713232"/>
          </a:xfrm>
          <a:prstGeom prst="roundRect">
            <a:avLst>
              <a:gd name="adj" fmla="val 10256"/>
            </a:avLst>
          </a:prstGeom>
          <a:ln w="9525">
            <a:solidFill>
              <a:srgbClr val="6B728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063740" y="3858768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63740" y="413308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Kosong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6 kursi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Angka hanya tampil selama staf berdiri di belakangnya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499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Dikonfirmasi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ketukan meja mencatat waktu konfirmasi.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2320" y="1828800"/>
            <a:ext cx="2499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223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322320" y="260604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menit tanpa konfirmasi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22320" y="292608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disembunyikan dari papan pelanggan.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828800"/>
            <a:ext cx="2499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260604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“Masih benar”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292608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ketukan tanpa mengubah meja, kafe tampil lagi.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 basi lebih buruk daripada tidak ada info.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Yang akan terlihat di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114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Layar staf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65376" y="173736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meja diketuk.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114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Papan pelanggan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65376" y="260604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Angka kafe berubah dan barisnya bergeser, dalam hitungan detik.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4114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7373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Catatan demo: status meja disimulasikan, tata meja dan aturan adalah contoh. Belum ada kafe yang bergabung atau dihubungi.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Langkah berikutnya: pilot dengan data asli dari kafe.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where2go — Intro demo (Merchant)</dc:title>
  <dc:subject>PptxGenJS Presentation</dc:subject>
  <dc:creator>where2go</dc:creator>
  <cp:lastModifiedBy>where2go</cp:lastModifiedBy>
  <cp:revision>1</cp:revision>
  <dcterms:created xsi:type="dcterms:W3CDTF">2026-10-12T17:34:45Z</dcterms:created>
  <dcterms:modified xsi:type="dcterms:W3CDTF">2026-10-12T17:34:45Z</dcterms:modified>
</cp:coreProperties>
</file>