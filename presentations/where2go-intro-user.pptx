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Cal Sans" pitchFamily="34" charset="0"/>
                <a:ea typeface="Cal Sans" pitchFamily="34" charset="-122"/>
                <a:cs typeface="Cal Sans" pitchFamily="34" charset="-120"/>
              </a:rPr>
              <a:t>where2go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7498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4000" spc="-100" kern="0" dirty="0">
                <a:solidFill>
                  <a:srgbClr val="111111"/>
                </a:solidFill>
                <a:latin typeface="Cal Sans" pitchFamily="34" charset="0"/>
                <a:ea typeface="Cal Sans" pitchFamily="34" charset="-122"/>
                <a:cs typeface="Cal Sans" pitchFamily="34" charset="-120"/>
              </a:rPr>
              <a:t>Tahu kafe mana yang ada mejanya, sebelum berangkat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Papan live jumlah meja kosong di kafe sekitar.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4366260"/>
            <a:ext cx="9144000" cy="777240"/>
          </a:xfrm>
          <a:prstGeom prst="rect">
            <a:avLst/>
          </a:prstGeom>
          <a:solidFill>
            <a:srgbClr val="10101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436626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 Sans" pitchFamily="34" charset="0"/>
                <a:ea typeface="Cal Sans" pitchFamily="34" charset="-122"/>
                <a:cs typeface="Cal Sans" pitchFamily="34" charset="-120"/>
              </a:rPr>
              <a:t>where2go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2743200" y="4366260"/>
            <a:ext cx="5852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Intro demo · untuk pencari kafe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 Sans" pitchFamily="34" charset="0"/>
                <a:ea typeface="Cal Sans" pitchFamily="34" charset="-122"/>
                <a:cs typeface="Cal Sans" pitchFamily="34" charset="-120"/>
              </a:rPr>
              <a:t>where2go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680960" y="3291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/ 7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800" spc="-50" kern="0" dirty="0">
                <a:solidFill>
                  <a:srgbClr val="111111"/>
                </a:solidFill>
                <a:latin typeface="Cal Sans" pitchFamily="34" charset="0"/>
                <a:ea typeface="Cal Sans" pitchFamily="34" charset="-122"/>
                <a:cs typeface="Cal Sans" pitchFamily="34" charset="-120"/>
              </a:rPr>
              <a:t>Weekend dan liburan, cari kafe yang nyaman itu untung-untungan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46634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965960"/>
            <a:ext cx="1399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Dari luar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2040941" y="1965960"/>
            <a:ext cx="317113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Tidak terlihat ada meja atau tidak.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697480"/>
            <a:ext cx="46634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697480"/>
            <a:ext cx="1399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Dari peta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040941" y="2697480"/>
            <a:ext cx="317113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Yang ada perkiraan ramai, bukan keadaan saat ini.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429000"/>
            <a:ext cx="46634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3429000"/>
            <a:ext cx="1399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Hasilnya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040941" y="3429000"/>
            <a:ext cx="317113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Baru tahu penuh setelah sampai di sana.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160520"/>
            <a:ext cx="46634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69280" y="1965960"/>
            <a:ext cx="2926080" cy="219456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943600" y="2103120"/>
            <a:ext cx="2377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dirty="0">
                <a:solidFill>
                  <a:srgbClr val="111111"/>
                </a:solidFill>
                <a:latin typeface="Cal Sans" pitchFamily="34" charset="0"/>
                <a:ea typeface="Cal Sans" pitchFamily="34" charset="-122"/>
                <a:cs typeface="Cal Sans" pitchFamily="34" charset="-120"/>
              </a:rPr>
              <a:t>?</a:t>
            </a:r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/8</a:t>
            </a:r>
            <a:endParaRPr lang="en-US" sz="6600" dirty="0"/>
          </a:p>
        </p:txBody>
      </p:sp>
      <p:sp>
        <p:nvSpPr>
          <p:cNvPr id="17" name="Text 15"/>
          <p:cNvSpPr txBox="1"/>
          <p:nvPr/>
        </p:nvSpPr>
        <p:spPr>
          <a:xfrm>
            <a:off x="5943600" y="329184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meja kosong di kafe tujuan. Belum tahu sampai tiba.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 Sans" pitchFamily="34" charset="0"/>
                <a:ea typeface="Cal Sans" pitchFamily="34" charset="-122"/>
                <a:cs typeface="Cal Sans" pitchFamily="34" charset="-120"/>
              </a:rPr>
              <a:t>where2go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680960" y="3291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/ 7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800" spc="-50" kern="0" dirty="0">
                <a:solidFill>
                  <a:srgbClr val="111111"/>
                </a:solidFill>
                <a:latin typeface="Cal Sans" pitchFamily="34" charset="0"/>
                <a:ea typeface="Cal Sans" pitchFamily="34" charset="-122"/>
                <a:cs typeface="Cal Sans" pitchFamily="34" charset="-120"/>
              </a:rPr>
              <a:t>Satu rencana kerja dari kafe, tiga kafe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2499360" cy="2057400"/>
          </a:xfrm>
          <a:prstGeom prst="roundRect">
            <a:avLst>
              <a:gd name="adj" fmla="val 5333"/>
            </a:avLst>
          </a:prstGeom>
          <a:solidFill>
            <a:srgbClr val="F5F5F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984248"/>
            <a:ext cx="204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Kafe 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240280"/>
            <a:ext cx="204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spc="-50" kern="0" dirty="0">
                <a:solidFill>
                  <a:srgbClr val="6B7280"/>
                </a:solidFill>
                <a:latin typeface="Cal Sans" pitchFamily="34" charset="0"/>
                <a:ea typeface="Cal Sans" pitchFamily="34" charset="-122"/>
                <a:cs typeface="Cal Sans" pitchFamily="34" charset="-120"/>
              </a:rPr>
              <a:t>Penuh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788920"/>
            <a:ext cx="204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Tidak ada meja. Pindah.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322320" y="1783080"/>
            <a:ext cx="2499360" cy="2057400"/>
          </a:xfrm>
          <a:prstGeom prst="roundRect">
            <a:avLst>
              <a:gd name="adj" fmla="val 5333"/>
            </a:avLst>
          </a:prstGeom>
          <a:solidFill>
            <a:srgbClr val="F5F5F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550920" y="1984248"/>
            <a:ext cx="204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Kafe 2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3550920" y="2240280"/>
            <a:ext cx="204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spc="-50" kern="0" dirty="0">
                <a:solidFill>
                  <a:srgbClr val="6B7280"/>
                </a:solidFill>
                <a:latin typeface="Cal Sans" pitchFamily="34" charset="0"/>
                <a:ea typeface="Cal Sans" pitchFamily="34" charset="-122"/>
                <a:cs typeface="Cal Sans" pitchFamily="34" charset="-120"/>
              </a:rPr>
              <a:t>Penuh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3550920" y="2788920"/>
            <a:ext cx="204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Sama. Pindah lagi.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96000" y="1783080"/>
            <a:ext cx="2499360" cy="2057400"/>
          </a:xfrm>
          <a:prstGeom prst="roundRect">
            <a:avLst>
              <a:gd name="adj" fmla="val 5333"/>
            </a:avLst>
          </a:prstGeom>
          <a:solidFill>
            <a:srgbClr val="F5F5F5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324600" y="1984248"/>
            <a:ext cx="204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Kafe 3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324600" y="2240280"/>
            <a:ext cx="204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spc="-50" kern="0" dirty="0">
                <a:solidFill>
                  <a:srgbClr val="111111"/>
                </a:solidFill>
                <a:latin typeface="Cal Sans" pitchFamily="34" charset="0"/>
                <a:ea typeface="Cal Sans" pitchFamily="34" charset="-122"/>
                <a:cs typeface="Cal Sans" pitchFamily="34" charset="-120"/>
              </a:rPr>
              <a:t>Kosong, tapi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6324600" y="2788920"/>
            <a:ext cx="204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Hanya teras outdoor: panas, dan tidak ada meja yang layak untuk laptop.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0690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Dua kali pindah. Tujuannya sederhana: duduk dan buka laptop.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38912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Pengalaman pribadi, bukan data riset.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 Sans" pitchFamily="34" charset="0"/>
                <a:ea typeface="Cal Sans" pitchFamily="34" charset="-122"/>
                <a:cs typeface="Cal Sans" pitchFamily="34" charset="-120"/>
              </a:rPr>
              <a:t>where2go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680960" y="3291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/ 7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800" spc="-50" kern="0" dirty="0">
                <a:solidFill>
                  <a:srgbClr val="111111"/>
                </a:solidFill>
                <a:latin typeface="Cal Sans" pitchFamily="34" charset="0"/>
                <a:ea typeface="Cal Sans" pitchFamily="34" charset="-122"/>
                <a:cs typeface="Cal Sans" pitchFamily="34" charset="-120"/>
              </a:rPr>
              <a:t>“Kosong” belum tentu “cocok”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2880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Kafe ketiga memang ada tempat. Tempatnya saja yang tidak bisa dipakai bekerja.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297680" y="157276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Yang perlu diketahui sebelum berangkat: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297680" y="1874520"/>
            <a:ext cx="429768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297680" y="1874520"/>
            <a:ext cx="4297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Berapa meja yang kosong?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297680" y="2404872"/>
            <a:ext cx="429768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297680" y="2404872"/>
            <a:ext cx="4297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Ukuran berapa?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297680" y="2935224"/>
            <a:ext cx="429768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297680" y="2935224"/>
            <a:ext cx="4297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 area mana: dalam atau teras?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297680" y="3465576"/>
            <a:ext cx="429768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297680" y="3465576"/>
            <a:ext cx="4297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Boleh buka laptop?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297680" y="3995928"/>
            <a:ext cx="429768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297680" y="3995928"/>
            <a:ext cx="4297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Seberapa baru infonya?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297680" y="4526280"/>
            <a:ext cx="429768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 Sans" pitchFamily="34" charset="0"/>
                <a:ea typeface="Cal Sans" pitchFamily="34" charset="-122"/>
                <a:cs typeface="Cal Sans" pitchFamily="34" charset="-120"/>
              </a:rPr>
              <a:t>where2go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680960" y="3291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/ 7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800" spc="-50" kern="0" dirty="0">
                <a:solidFill>
                  <a:srgbClr val="111111"/>
                </a:solidFill>
                <a:latin typeface="Cal Sans" pitchFamily="34" charset="0"/>
                <a:ea typeface="Cal Sans" pitchFamily="34" charset="-122"/>
                <a:cs typeface="Cal Sans" pitchFamily="34" charset="-120"/>
              </a:rPr>
              <a:t>Jumlah meja kosong, langsung dari kafenya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4206240" cy="292608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69164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Meja kosong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737360" y="16916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Kafe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984248"/>
            <a:ext cx="1051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spc="-100" kern="0" dirty="0">
                <a:solidFill>
                  <a:srgbClr val="111111"/>
                </a:solidFill>
                <a:latin typeface="Cal Sans" pitchFamily="34" charset="0"/>
                <a:ea typeface="Cal Sans" pitchFamily="34" charset="-122"/>
                <a:cs typeface="Cal Sans" pitchFamily="34" charset="-120"/>
              </a:rPr>
              <a:t>5</a:t>
            </a:r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/8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1737360" y="2093976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Kafe A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737360" y="2350008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350 m · ±14 kursi · 2 mnt lalu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2642616"/>
            <a:ext cx="4206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5800" y="2642616"/>
            <a:ext cx="1051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spc="-100" kern="0" dirty="0">
                <a:solidFill>
                  <a:srgbClr val="111111"/>
                </a:solidFill>
                <a:latin typeface="Cal Sans" pitchFamily="34" charset="0"/>
                <a:ea typeface="Cal Sans" pitchFamily="34" charset="-122"/>
                <a:cs typeface="Cal Sans" pitchFamily="34" charset="-120"/>
              </a:rPr>
              <a:t>3</a:t>
            </a:r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/10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1737360" y="2752344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Kafe B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737360" y="3008376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600 m · ±8 kursi · baru saja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3300984"/>
            <a:ext cx="4206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5800" y="3300984"/>
            <a:ext cx="1051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spc="-100" kern="0" dirty="0">
                <a:solidFill>
                  <a:srgbClr val="6B7280"/>
                </a:solidFill>
                <a:latin typeface="Cal Sans" pitchFamily="34" charset="0"/>
                <a:ea typeface="Cal Sans" pitchFamily="34" charset="-122"/>
                <a:cs typeface="Cal Sans" pitchFamily="34" charset="-120"/>
              </a:rPr>
              <a:t>0</a:t>
            </a:r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/6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1737360" y="3410712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Kafe C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737360" y="3666744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Penuh · 4 mnt lalu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3959352"/>
            <a:ext cx="4206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405079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Contoh tampilan, bukan data kafe sungguhan.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212080" y="1691640"/>
            <a:ext cx="338328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212080" y="1691640"/>
            <a:ext cx="338328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Dilaporkan staf kafe, meja per meja.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212080" y="2542032"/>
            <a:ext cx="338328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212080" y="2542032"/>
            <a:ext cx="338328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Bukan perkiraan dari pola keramaian.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212080" y="3392424"/>
            <a:ext cx="338328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212080" y="3392424"/>
            <a:ext cx="338328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Setiap angka punya usia. Tanpa konfirmasi 30 menit, kafe tidak ditampilkan.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212080" y="4242816"/>
            <a:ext cx="338328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 Sans" pitchFamily="34" charset="0"/>
                <a:ea typeface="Cal Sans" pitchFamily="34" charset="-122"/>
                <a:cs typeface="Cal Sans" pitchFamily="34" charset="-120"/>
              </a:rPr>
              <a:t>where2go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680960" y="3291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/ 7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800" spc="-50" kern="0" dirty="0">
                <a:solidFill>
                  <a:srgbClr val="111111"/>
                </a:solidFill>
                <a:latin typeface="Cal Sans" pitchFamily="34" charset="0"/>
                <a:ea typeface="Cal Sans" pitchFamily="34" charset="-122"/>
                <a:cs typeface="Cal Sans" pitchFamily="34" charset="-120"/>
              </a:rPr>
              <a:t>Yang akan terlihat di demo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249936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Cal Sans" pitchFamily="34" charset="0"/>
                <a:ea typeface="Cal Sans" pitchFamily="34" charset="-122"/>
                <a:cs typeface="Cal Sans" pitchFamily="34" charset="-120"/>
              </a:rPr>
              <a:t>1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468880"/>
            <a:ext cx="249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Papan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788920"/>
            <a:ext cx="2499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Kafe dengan meja kosong terbanyak ada di atas.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322320" y="1691640"/>
            <a:ext cx="249936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32232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Cal Sans" pitchFamily="34" charset="0"/>
                <a:ea typeface="Cal Sans" pitchFamily="34" charset="-122"/>
                <a:cs typeface="Cal Sans" pitchFamily="34" charset="-120"/>
              </a:rPr>
              <a:t>2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3322320" y="2468880"/>
            <a:ext cx="249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Filter rombongan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322320" y="2788920"/>
            <a:ext cx="2499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1–2, 3–4, atau 5+ orang: hanya kafe dengan meja yang muat.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96000" y="1691640"/>
            <a:ext cx="249936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09600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Cal Sans" pitchFamily="34" charset="0"/>
                <a:ea typeface="Cal Sans" pitchFamily="34" charset="-122"/>
                <a:cs typeface="Cal Sans" pitchFamily="34" charset="-120"/>
              </a:rPr>
              <a:t>3</a:t>
            </a:r>
            <a:endParaRPr lang="en-US" sz="3200" dirty="0"/>
          </a:p>
        </p:txBody>
      </p:sp>
      <p:sp>
        <p:nvSpPr>
          <p:cNvPr id="15" name="Text 13"/>
          <p:cNvSpPr txBox="1"/>
          <p:nvPr/>
        </p:nvSpPr>
        <p:spPr>
          <a:xfrm>
            <a:off x="6096000" y="2468880"/>
            <a:ext cx="249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Halaman kafe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096000" y="2788920"/>
            <a:ext cx="2499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Meja kosong per ukuran dan per area, fasilitas, aturan laptop.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3931920"/>
            <a:ext cx="80467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1520" y="393192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Catatan demo: status meja disimulasikan. Fasilitas, aturan, dan harga adalah contoh; kafe-kafe di demo belum dihubungi.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Cal Sans" pitchFamily="34" charset="0"/>
                <a:ea typeface="Cal Sans" pitchFamily="34" charset="-122"/>
                <a:cs typeface="Cal Sans" pitchFamily="34" charset="-120"/>
              </a:rPr>
              <a:t>where2go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7498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4000" spc="-100" kern="0" dirty="0">
                <a:solidFill>
                  <a:srgbClr val="111111"/>
                </a:solidFill>
                <a:latin typeface="Cal Sans" pitchFamily="34" charset="0"/>
                <a:ea typeface="Cal Sans" pitchFamily="34" charset="-122"/>
                <a:cs typeface="Cal Sans" pitchFamily="34" charset="-120"/>
              </a:rPr>
              <a:t>Mari lihat langsung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Demo: papan pencari kafe, lalu satu halaman kafe.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4366260"/>
            <a:ext cx="9144000" cy="777240"/>
          </a:xfrm>
          <a:prstGeom prst="rect">
            <a:avLst/>
          </a:prstGeom>
          <a:solidFill>
            <a:srgbClr val="10101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436626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 Sans" pitchFamily="34" charset="0"/>
                <a:ea typeface="Cal Sans" pitchFamily="34" charset="-122"/>
                <a:cs typeface="Cal Sans" pitchFamily="34" charset="-120"/>
              </a:rPr>
              <a:t>where2go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2743200" y="4366260"/>
            <a:ext cx="5852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demo disimulasikan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where2go — Intro demo (User)</dc:title>
  <dc:subject>PptxGenJS Presentation</dc:subject>
  <dc:creator>where2go</dc:creator>
  <cp:lastModifiedBy>where2go</cp:lastModifiedBy>
  <cp:revision>1</cp:revision>
  <dcterms:created xsi:type="dcterms:W3CDTF">2026-10-12T17:34:45Z</dcterms:created>
  <dcterms:modified xsi:type="dcterms:W3CDTF">2026-10-12T17:34:45Z</dcterms:modified>
</cp:coreProperties>
</file>